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E97B47">
              <a:alpha val="30000"/>
            </a:srgbClr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F5C842">
              <a:alpha val="2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企画段階 · プレリリース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世界とつながる体験を、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家庭の日常に。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ご家庭・教育関係者の皆さまへ — サービス紹介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160520"/>
            <a:ext cx="548640" cy="36576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worldclassjp.netlify.app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IS WORLDCLASS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WorldClassとは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846320" cy="292608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926080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日本のご家庭と、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アジア・アフリカの学校を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つなぐ、オンライン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国際交流プラットフォーム。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45分のセッションで本物の異文化体験を。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554480"/>
            <a:ext cx="3108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737360"/>
            <a:ext cx="548640" cy="54864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85623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本物の対話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現地の子どもたちとオンラインで直接交流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560320"/>
            <a:ext cx="3108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743200"/>
            <a:ext cx="548640" cy="54864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86207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465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テーマ付き学び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4652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学校生活・水・食など考えやすいテーマ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577840" y="3566160"/>
            <a:ext cx="3108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60720" y="3749040"/>
            <a:ext cx="548640" cy="54864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386791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4652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参加が支援に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4652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料金の半分が現地校への物資支援へ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OUR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なぜつくるのか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97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留学だけが、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世界を知る方法じゃない。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発展途上国の教育現場で活動してきた私たちが感じたのは、子どもたちが海外や異文化に触れる機会の少なさでした。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しかしそれは、日本でも同じかもしれません。英語を学んでも、海外の同世代と話す機会は少ない。「海外」は、まだ遠い存在のまま。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だから私たちは、 “家庭にいながら世界とつながれる体験 ” を作りたいと思いました。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4370832"/>
            <a:ext cx="27432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ケニア・チュニジアで活動してきた WorldClass 創業チーム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学びが、世界にとどいていない。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日本の教育現場が共通して感じている3つの「もう一歩」。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700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70048" cy="54864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 01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965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423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英語を使う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実践機会が少ない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授業で英語を学んでも、海外の同年代と話す機会はほとんどない。「使えない英語」のまま卒業してしまう不安。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64408" y="1783080"/>
            <a:ext cx="26700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783080"/>
            <a:ext cx="2670048" cy="54864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7288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 02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2423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国際理解教育を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リアルに体験しづらい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383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教科書や動画では伝わりきらない「現地の暮らしの温度」。発展途上国を遠い話題のままで終わらせない機会が足りない。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71616" y="1783080"/>
            <a:ext cx="26700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71616" y="1783080"/>
            <a:ext cx="2670048" cy="54864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54496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 03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9659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2423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SDGsを学んでも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行動につながらない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54496" y="3383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「知っている」と「自分ごと」のあいだには大きな距離。学びが行動に変わる成功体験を提供しにくいのが現状。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1セッションで、3つの学び。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英語・国際理解・SDGs を別々の科目として教えるのではなく、ひとつのリアルな対話のなかで体験してもらう設計。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45 分のセッション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＝   </a:t>
            </a:r>
            <a:pPr algn="ctr" indent="0" marL="0">
              <a:buNone/>
            </a:pPr>
            <a:r>
              <a:rPr lang="en-US" sz="1400" dirty="0">
                <a:solidFill>
                  <a:srgbClr val="F5C8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つの学びが同時に起きる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1554480" cy="1554480"/>
          </a:xfrm>
          <a:prstGeom prst="ellipse">
            <a:avLst/>
          </a:prstGeom>
          <a:solidFill>
            <a:srgbClr val="FEF3E8"/>
          </a:solidFill>
          <a:ln w="25400">
            <a:solidFill>
              <a:srgbClr val="E97B4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9260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実践的な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英語体験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本物の同年代との対話。「通じた」を最初に届ける。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94760" y="2743200"/>
            <a:ext cx="1554480" cy="1554480"/>
          </a:xfrm>
          <a:prstGeom prst="ellipse">
            <a:avLst/>
          </a:prstGeom>
          <a:solidFill>
            <a:srgbClr val="FEF3E8"/>
          </a:solidFill>
          <a:ln w="25400">
            <a:solidFill>
              <a:srgbClr val="E97B4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9260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国際理解を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深める学び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情報ではなく関係から世界を理解する。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720840" y="2743200"/>
            <a:ext cx="1554480" cy="1554480"/>
          </a:xfrm>
          <a:prstGeom prst="ellipse">
            <a:avLst/>
          </a:prstGeom>
          <a:solidFill>
            <a:srgbClr val="FEF3E8"/>
          </a:solidFill>
          <a:ln w="25400">
            <a:solidFill>
              <a:srgbClr val="E97B4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9260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SDGs を行動に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つなげる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1792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参加そのものが、世界の課題への小さな行動に。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 の特徴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やさしく、誠実に、長く使えるものを。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700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65960"/>
            <a:ext cx="502920" cy="50292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56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実践的な英語体験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教科書ではなく本物の同年代との対話。「通じた」を最初に届けます。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64408" y="1783080"/>
            <a:ext cx="26700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965960"/>
            <a:ext cx="502920" cy="50292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0756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1648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国際理解を深める学び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「遠い国」を「友だちのいる国」に。情報ではなく関係から世界を理解。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71616" y="1783080"/>
            <a:ext cx="26700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36208" y="1965960"/>
            <a:ext cx="502920" cy="50292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756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48856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SDGsを行動につなげる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36208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知って終わらせない。参加そのものが、世界の課題への小さな行動に。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7200" y="3200400"/>
            <a:ext cx="26700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" y="3383280"/>
            <a:ext cx="502920" cy="50292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9300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物資支援につながる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1792" y="3959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料金の一部を現地校への教材・文房具支援に。レポートで還元先を報告。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64408" y="3200400"/>
            <a:ext cx="26700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29000" y="3383280"/>
            <a:ext cx="502920" cy="50292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49300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41648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家庭・地域施設で参加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29000" y="3959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特別な設備や運営知識は不要。普段の運営のなかにすっと組み込める。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71616" y="3200400"/>
            <a:ext cx="267004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36208" y="3383280"/>
            <a:ext cx="502920" cy="50292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493008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48856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オンラインで完結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36208" y="3959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現地への渡航も、人を呼ぶ準備もいりません。インターネット越しに本物が来ます。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45分、リビングで起きること。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これは創業チームが設計しているテストセッションの一例です。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7406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23160"/>
            <a:ext cx="457200" cy="45720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準備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1892808" cy="150876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461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リビングで、画面を開く。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ノートPC一台でOK。接続はスタッフがサポート。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27248" y="2423160"/>
            <a:ext cx="457200" cy="45720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24328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0:03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挨拶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78608" y="3108960"/>
            <a:ext cx="1892808" cy="150876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32461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画面の向こうに、現地の友だち。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70048" y="388620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「ジャンボ！」最初の挨拶を、ちゃんと届ける。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2936" y="2423160"/>
            <a:ext cx="457200" cy="45720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0:15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0016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トーク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54296" y="3108960"/>
            <a:ext cx="1892808" cy="150876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2461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テーマで話す。例:「学校の一日」。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5736" y="388620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教科書ではなく、相手の日常を感じる時間。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78624" y="2423160"/>
            <a:ext cx="457200" cy="45720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78624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75704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0:45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75704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振り返り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9984" y="3108960"/>
            <a:ext cx="1892808" cy="150876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2461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「また会おうね」で、終わる。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21424" y="388620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次回が待ち遠しくなる、そんな45分。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1回を重ねたとき、見える世界が広くなる。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一回で1個、「遠い」が「近い」に変わる。WorldClass はその振り幅を何度も重ねられる場所です。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783080"/>
            <a:ext cx="3657600" cy="411480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「海外」は、遠い話。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441448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29200" y="2331720"/>
            <a:ext cx="3657600" cy="457200"/>
          </a:xfrm>
          <a:prstGeom prst="rect">
            <a:avLst/>
          </a:prstGeom>
          <a:solidFill>
            <a:srgbClr val="FEF3E8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「ケニアのアミナちゃん」が住んでいる国。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88036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英語は、試験のための勉強。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990088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029200" y="2880360"/>
            <a:ext cx="3657600" cy="457200"/>
          </a:xfrm>
          <a:prstGeom prst="rect">
            <a:avLst/>
          </a:prstGeom>
          <a:solidFill>
            <a:srgbClr val="FEF3E8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1208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「伝わったら嬉しい」言葉に、変わる。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7200" y="342900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ニュースの貧困は、他人事。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538728"/>
            <a:ext cx="228600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029200" y="3429000"/>
            <a:ext cx="3657600" cy="457200"/>
          </a:xfrm>
          <a:prstGeom prst="rect">
            <a:avLst/>
          </a:prstGeom>
          <a:solidFill>
            <a:srgbClr val="FEF3E8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1208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「自分にもできることがある」と思える。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「見たことない」が、怖さ。</a:t>
            </a:r>
            <a:endParaRPr lang="en-US" sz="11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087368"/>
            <a:ext cx="228600" cy="2286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29200" y="3977640"/>
            <a:ext cx="3657600" cy="457200"/>
          </a:xfrm>
          <a:prstGeom prst="rect">
            <a:avLst/>
          </a:prstGeom>
          <a:solidFill>
            <a:srgbClr val="FEF3E8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1208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「見たことない」が、ワクワクに。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それぞれの現場に、ちょうどいいかたちで。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 はひとつの使い方を押しつけません。普段通りのペースで取り入れられる柔軟性を大切にしています。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579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65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 FAMILIES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7160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保護者・ご家庭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587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家庭学習の延長として参加しやすい設計。お子さんと一緒に、リビングから世界とつながれます。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7830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2011680"/>
            <a:ext cx="640080" cy="64008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1579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965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 JUKU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53212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個人塾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00600" y="2587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英語・国際理解の差別化メニューとして。大手塾にはない特別感のあるカリキュラム。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32004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57530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 LIBRARIES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371600" y="3584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図書館・公民館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0080" y="4005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地域の学びイベントとして。本のテーマと連動した国際交流プログラムを定期開催。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617720" y="32004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00600" y="3429000"/>
            <a:ext cx="640080" cy="640080"/>
          </a:xfrm>
          <a:prstGeom prst="ellipse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57530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3212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 COMMUNITY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532120" y="3584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大学サークル・学生団体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4800600" y="4005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海外大学生との交流や異文化イベントを、もっと気軽に。学生主体で活用できます。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むずかしくは、しません。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「IT機器に強い人がいないと無理かも」と感じる必要はありません。準備物は最小限です。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11680"/>
            <a:ext cx="411480" cy="41148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606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20040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ウェイティングリストに登録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79476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メールアドレスと利用者区分を選んで送信。30秒で完了。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3035808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32888" y="1828800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10128" y="2011680"/>
            <a:ext cx="411480" cy="41148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10128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606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70048" y="320040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リリース通知を受け取る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670048" y="379476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サービス公開時、いち早くご案内。優先案内あり。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3035808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608576" y="1828800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85816" y="2011680"/>
            <a:ext cx="411480" cy="41148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385816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60604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45736" y="320040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興味のあるテーマを選ぶ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745736" y="379476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文化交流、英語、国際理解。気になるところから。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3035808"/>
            <a:ext cx="182880" cy="1828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684264" y="1828800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461504" y="2011680"/>
            <a:ext cx="411480" cy="41148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461504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6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2606040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21424" y="320040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海外とオンライン交流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6821424" y="379476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スタッフのサポートつき。準備物は最小限です。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PRICING · 検討中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料金の半分は、現地施設の物資支援に。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料金プランは現在検討中。確定情報はウェイティングリスト登録者から先行案内します。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788920"/>
          </a:xfrm>
          <a:prstGeom prst="rect">
            <a:avLst/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オープンセッション (相乗り)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1グループあたり (仮)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45分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¥2,500 / グループ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60分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¥3,000 / グループ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30168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3593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3グループ以上で開催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04488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" y="3867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ファシリテーター常時参加 (追加料金なし)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78808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4142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3〜8グループで成立する小規模設計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¥3,000 の内訳 (例)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194560"/>
            <a:ext cx="1965960" cy="4572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20840" y="2194560"/>
            <a:ext cx="1965960" cy="4572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54880" y="2240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720840" y="2240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754880" y="2834640"/>
            <a:ext cx="292608" cy="292608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12064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運営手数料 ¥1,500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12064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プラットフォーム維持、現地校との調整、品質管理に使用。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754880" y="3749040"/>
            <a:ext cx="292608" cy="292608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12064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物資支援プール ¥1,500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120640" y="4023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教材・文房具・図書として現地校へ届け、レポートで還元先を報告。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PARTNER COUNTRIES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提携予定パートナー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現地の教育機関・日本人と協働で初期セッションを設計します。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700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75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ケニア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KENYA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828800"/>
            <a:ext cx="26700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2057400"/>
            <a:ext cx="594360" cy="5943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075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33088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ブータン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33088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BHUTAN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828800"/>
            <a:ext cx="26700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2057400"/>
            <a:ext cx="594360" cy="5943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20756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0296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モロッコ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0296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MOROCCO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700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246120"/>
            <a:ext cx="594360" cy="5943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644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25880" y="32644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東ティモール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TIMOR-LESTE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3017520"/>
            <a:ext cx="26700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47288" y="3246120"/>
            <a:ext cx="594360" cy="5943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2644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33088" y="32644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ガーナ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33088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GHANA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3017520"/>
            <a:ext cx="26700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54496" y="3246120"/>
            <a:ext cx="594360" cy="5943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2644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40296" y="32644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チュニジア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0296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TUNISIA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他、複数国と連携協議中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いま、ここから、つくっていきます。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実績はまだありません。代わりに、これからどう育てるかを開示します。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914400" cy="292608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148840"/>
            <a:ext cx="137160" cy="1371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企画 / 体験設計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コア体験の設計と、パートナー校とのテーマすり合わせを進行中。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532888"/>
            <a:ext cx="137160" cy="1371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ウェイティングリスト受付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4414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リリース判断のために、関心度と利用シーンを集めています。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914400" cy="2926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3346704"/>
            <a:ext cx="137160" cy="13716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3255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10カ国以上のパートナーと始動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255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現地教育機関/日本人と協働で初期セッションを設計。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3730752"/>
            <a:ext cx="137160" cy="13716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ベータ運用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639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先行登録ユーザー向けに、小規模セッションを試験運用予定。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91440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54480" y="4544568"/>
            <a:ext cx="137160" cy="1371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4453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正式リリース / 拡大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453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ベータ結果を踏まえて正式リリース。パートナー国・参加施設を順次拡大。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気になることに、正直に答えます。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もうサービスは始まっていますか？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いいえ、WorldClass は現在企画段階のサービスです。このページの目的は、どれくらいニーズがあるかを測ることと、リリース時に通知をお届けすることです。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図書館や公民館でも使えますか？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はい、回線とディスプレイがあれば実施可能です。図書館や公民館の通常運営に組み込みやすい設計です。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家からでも参加できますか？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もちろんです。ノートPC一台で参加可能。リビングから世界とつながれる体験を、ご家庭でもお楽しみいただけます。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ウェイティングリストに登録すると何が起こりますか？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リリース時の優先案内、関心テーマの反映、サービス公開判断への影響。営業連絡やメルマガはお送りしません。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E97B47">
              <a:alpha val="25000"/>
            </a:srgbClr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5C842">
              <a:alpha val="2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あなたの関心が、最初の一歩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次の学びを、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世界とつながる時間に。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2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まずはウェイティングリストで、リリース通知を受け取ってください。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2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あなたの登録が、WorldClass を本当に立ち上げるための判断材料になります。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3200400" cy="502920"/>
          </a:xfrm>
          <a:prstGeom prst="rect">
            <a:avLst/>
          </a:prstGeom>
          <a:solidFill>
            <a:srgbClr val="E97B47"/>
          </a:solidFill>
          <a:ln w="12700">
            <a:solidFill>
              <a:srgbClr val="E97B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ウェイティングリストに登録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2336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worldclassjp.netlify.app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WorldClass サービス紹介</dc:title>
  <dc:subject>PptxGenJS Presentation</dc:subject>
  <dc:creator>WorldClass</dc:creator>
  <cp:lastModifiedBy>WorldClass</cp:lastModifiedBy>
  <cp:revision>1</cp:revision>
  <dcterms:created xsi:type="dcterms:W3CDTF">2026-05-27T15:30:30Z</dcterms:created>
  <dcterms:modified xsi:type="dcterms:W3CDTF">2026-05-27T15:30:30Z</dcterms:modified>
</cp:coreProperties>
</file>